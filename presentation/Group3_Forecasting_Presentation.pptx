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53d658e8-032e-bfa3-1dee-736d2dd5e3a0}">
          <p14:sldIdLst>
            <p14:sldId id="256"/>
            <p14:sldId id="257"/>
          </p14:sldIdLst>
        </p14:section>
        <p14:section name="Models and results" id="{738f4158-b3ec-3b77-7d7b-e7fce3672d0b}">
          <p14:sldIdLst>
            <p14:sldId id="258"/>
            <p14:sldId id="259"/>
            <p14:sldId id="260"/>
          </p14:sldIdLst>
        </p14:section>
        <p14:section name="LLM experiment" id="{e99b4665-1e7f-9a6d-de67-77a79cb0d6c5}">
          <p14:sldIdLst>
            <p14:sldId id="261"/>
            <p14:sldId id="262"/>
          </p14:sldIdLst>
        </p14:section>
        <p14:section name="Answer and demo" id="{a0d8a2d8-cadc-8722-f0c3-bdccfdd014a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So, who is most accurate overall? A traditional model: the simple average of AutoETS and LightGBM, with LightGBM alone in second. Who forecasts store totals best? Again, the traditional models. For single products, it's close, and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349240"/>
            <a:ext cx="11064240" cy="960120"/>
          </a:xfrm>
          <a:prstGeom prst="roundRect">
            <a:avLst>
              <a:gd name="adj" fmla="val 11429"/>
            </a:avLst>
          </a:prstGeom>
          <a:solidFill>
            <a:schemeClr val="bg2"/>
          </a:solidFill>
          <a:ln w="12700">
            <a:solidFill>
              <a:schemeClr val="bg2"/>
            </a:solidFill>
            <a:prstDash val="solid"/>
          </a:ln>
        </p:spPr>
      </p:sp>
      <p:sp>
        <p:nvSpPr>
          <p:cNvPr id="6" name="Text 3"/>
          <p:cNvSpPr txBox="1"/>
          <p:nvPr/>
        </p:nvSpPr>
        <p:spPr>
          <a:xfrm>
            <a:off x="822960" y="5349240"/>
            <a:ext cx="10607040" cy="960120"/>
          </a:xfrm>
          <a:prstGeom prst="rect">
            <a:avLst/>
          </a:prstGeom>
          <a:noFill/>
          <a:ln/>
        </p:spPr>
        <p:txBody>
          <a:bodyPr wrap="square" lIns="0" tIns="0" rIns="0" bIns="0" rtlCol="0" anchor="ctr"/>
          <a:lstStyle/>
          <a:p>
            <a:pPr indent="0" marL="0">
              <a:spcAft>
                <a:spcPts val="400"/>
              </a:spcAft>
              <a:buNone/>
            </a:pPr>
            <a:r>
              <a:rPr lang="en-US" sz="1400" b="1" dirty="0">
                <a:solidFill>
                  <a:srgbClr val="1F2328"/>
                </a:solidFill>
              </a:rPr>
              <a:t>How to read: </a:t>
            </a:r>
            <a:pPr indent="0" marL="0">
              <a:spcAft>
                <a:spcPts val="400"/>
              </a:spcAft>
              <a:buNone/>
            </a:pPr>
            <a:r>
              <a:rPr lang="en-US" sz="1400" dirty="0">
                <a:solidFill>
                  <a:schemeClr val="tx1"/>
                </a:solidFill>
              </a:rPr>
              <a:t>RMSSE = error vs a naive “same as yesterday” forecast; WRMSSE = RMSSE weighted by dollar sales. Smaller is better.</a:t>
            </a:r>
            <a:endParaRPr lang="en-US" sz="1400" dirty="0"/>
          </a:p>
          <a:p>
            <a:pPr indent="0" marL="0">
              <a:spcAft>
                <a:spcPts val="400"/>
              </a:spcAft>
              <a:buNone/>
            </a:pPr>
            <a:r>
              <a:rPr lang="en-US" sz="1400" b="1" dirty="0">
                <a:solidFill>
                  <a:srgbClr val="0F5C73"/>
                </a:solidFill>
              </a:rPr>
              <a:t>Best traditional choice: </a:t>
            </a:r>
            <a:pPr indent="0" marL="0">
              <a:spcAft>
                <a:spcPts val="400"/>
              </a:spcAft>
              <a:buNone/>
            </a:pPr>
            <a:r>
              <a:rPr lang="en-US" sz="1400" dirty="0">
                <a:solidFill>
                  <a:schemeClr val="tx1"/>
                </a:solidFill>
              </a:rPr>
              <a:t>the AutoETS + LightGBM average, for accuracy.   </a:t>
            </a:r>
            <a:pPr indent="0" marL="0">
              <a:spcAft>
                <a:spcPts val="400"/>
              </a:spcAft>
              <a:buNone/>
            </a:pPr>
            <a:r>
              <a:rPr lang="en-US" sz="1400" b="1" dirty="0">
                <a:solidFill>
                  <a:srgbClr val="EB6834"/>
                </a:solidFill>
              </a:rPr>
              <a:t>Best AI strength: </a:t>
            </a:r>
            <a:pPr indent="0" marL="0">
              <a:spcAft>
                <a:spcPts val="400"/>
              </a:spcAft>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2026-10-22T03:26:49Z</dcterms:created>
  <dcterms:modified xsi:type="dcterms:W3CDTF">2026-10-22T03:26:49Z</dcterms:modified>
</cp:coreProperties>
</file>