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032f1e58-c9c8-b74e-1318-f3b9afc5b0bd}">
          <p14:sldIdLst>
            <p14:sldId id="256"/>
            <p14:sldId id="257"/>
          </p14:sldIdLst>
        </p14:section>
        <p14:section name="Models and results" id="{53e795fd-9348-7508-8882-56ce243bc791}">
          <p14:sldIdLst>
            <p14:sldId id="258"/>
            <p14:sldId id="259"/>
            <p14:sldId id="260"/>
          </p14:sldIdLst>
        </p14:section>
        <p14:section name="LLM experiment" id="{3231596b-e0b0-c6e5-6098-85ffe4336804}">
          <p14:sldIdLst>
            <p14:sldId id="261"/>
            <p14:sldId id="262"/>
          </p14:sldIdLst>
        </p14:section>
        <p14:section name="Answer and demo" id="{5dbecb49-ee6f-4ab1-d7e7-fdccd33fdaf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2026-10-21T05:30:05Z</dcterms:created>
  <dcterms:modified xsi:type="dcterms:W3CDTF">2026-10-21T05:30:05Z</dcterms:modified>
</cp:coreProperties>
</file>