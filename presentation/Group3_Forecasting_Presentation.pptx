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90e84c1e-d90a-5f42-854d-93dafce27ef3}">
          <p14:sldIdLst>
            <p14:sldId id="256"/>
            <p14:sldId id="257"/>
          </p14:sldIdLst>
        </p14:section>
        <p14:section name="Models and results" id="{34379a67-6d61-ffaf-2956-4f548a727d1f}">
          <p14:sldIdLst>
            <p14:sldId id="258"/>
            <p14:sldId id="259"/>
            <p14:sldId id="260"/>
          </p14:sldIdLst>
        </p14:section>
        <p14:section name="LLM experiment" id="{344b8a3e-bad3-0ebb-7670-72674a92d8aa}">
          <p14:sldIdLst>
            <p14:sldId id="261"/>
            <p14:sldId id="262"/>
          </p14:sldIdLst>
        </p14:section>
        <p14:section name="Answer and demo" id="{34afb983-6575-f2c4-f1cb-fb50e408efa2}">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our data: the Chronos paper keeps M5, and every retail dataset it uses, out of training as held-out tests.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comparison: traditional models against AI, on four questions. A quick guide first. RMSSE compares a model's errors with a naive "same as yesterday" forecast for the same product, and WRMSSE combines that score across all products, weighted by dollar sales. The store-totals column is the average daily percentage error. In every accuracy column, smaller is better. And the time column is how long each model takes to produce the whole forecast for all 5,748 products, including any training. So, who is most accurate overall? A traditional model: the simple average of AutoETS and LightGBM, with LightGBM alone in second. Who forecasts store totals best? Again, the traditional models. For single products, it's close, and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349240"/>
            <a:ext cx="11064240" cy="960120"/>
          </a:xfrm>
          <a:prstGeom prst="roundRect">
            <a:avLst>
              <a:gd name="adj" fmla="val 11429"/>
            </a:avLst>
          </a:prstGeom>
          <a:solidFill>
            <a:schemeClr val="bg2"/>
          </a:solidFill>
          <a:ln w="12700">
            <a:solidFill>
              <a:schemeClr val="bg2"/>
            </a:solidFill>
            <a:prstDash val="solid"/>
          </a:ln>
        </p:spPr>
      </p:sp>
      <p:sp>
        <p:nvSpPr>
          <p:cNvPr id="6" name="Text 3"/>
          <p:cNvSpPr txBox="1"/>
          <p:nvPr/>
        </p:nvSpPr>
        <p:spPr>
          <a:xfrm>
            <a:off x="822960" y="5349240"/>
            <a:ext cx="10607040" cy="960120"/>
          </a:xfrm>
          <a:prstGeom prst="rect">
            <a:avLst/>
          </a:prstGeom>
          <a:noFill/>
          <a:ln/>
        </p:spPr>
        <p:txBody>
          <a:bodyPr wrap="square" lIns="0" tIns="0" rIns="0" bIns="0" rtlCol="0" anchor="ctr"/>
          <a:lstStyle/>
          <a:p>
            <a:pPr indent="0" marL="0">
              <a:spcAft>
                <a:spcPts val="400"/>
              </a:spcAft>
              <a:buNone/>
            </a:pPr>
            <a:r>
              <a:rPr lang="en-US" sz="1400" b="1" dirty="0">
                <a:solidFill>
                  <a:srgbClr val="1F2328"/>
                </a:solidFill>
              </a:rPr>
              <a:t>How to read: </a:t>
            </a:r>
            <a:pPr indent="0" marL="0">
              <a:spcAft>
                <a:spcPts val="400"/>
              </a:spcAft>
              <a:buNone/>
            </a:pPr>
            <a:r>
              <a:rPr lang="en-US" sz="1400" dirty="0">
                <a:solidFill>
                  <a:schemeClr val="tx1"/>
                </a:solidFill>
              </a:rPr>
              <a:t>RMSSE = error vs a naive “same as yesterday” forecast; WRMSSE = RMSSE weighted by dollar sales. Smaller is better.</a:t>
            </a:r>
            <a:endParaRPr lang="en-US" sz="1400" dirty="0"/>
          </a:p>
          <a:p>
            <a:pPr indent="0" marL="0">
              <a:spcAft>
                <a:spcPts val="400"/>
              </a:spcAft>
              <a:buNone/>
            </a:pPr>
            <a:r>
              <a:rPr lang="en-US" sz="1400" b="1" dirty="0">
                <a:solidFill>
                  <a:srgbClr val="0F5C73"/>
                </a:solidFill>
              </a:rPr>
              <a:t>Best traditional choice: </a:t>
            </a:r>
            <a:pPr indent="0" marL="0">
              <a:spcAft>
                <a:spcPts val="400"/>
              </a:spcAft>
              <a:buNone/>
            </a:pPr>
            <a:r>
              <a:rPr lang="en-US" sz="1400" dirty="0">
                <a:solidFill>
                  <a:schemeClr val="tx1"/>
                </a:solidFill>
              </a:rPr>
              <a:t>the AutoETS + LightGBM average, for accuracy.   </a:t>
            </a:r>
            <a:pPr indent="0" marL="0">
              <a:spcAft>
                <a:spcPts val="400"/>
              </a:spcAft>
              <a:buNone/>
            </a:pPr>
            <a:r>
              <a:rPr lang="en-US" sz="1400" b="1" dirty="0">
                <a:solidFill>
                  <a:srgbClr val="EB6834"/>
                </a:solidFill>
              </a:rPr>
              <a:t>Best AI strength: </a:t>
            </a:r>
            <a:pPr indent="0" marL="0">
              <a:spcAft>
                <a:spcPts val="400"/>
              </a:spcAft>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2026-10-22T03:31:20Z</dcterms:created>
  <dcterms:modified xsi:type="dcterms:W3CDTF">2026-10-22T03:31:20Z</dcterms:modified>
</cp:coreProperties>
</file>