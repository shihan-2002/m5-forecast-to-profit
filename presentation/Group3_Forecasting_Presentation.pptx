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9e97d2e9-1b69-eda9-4079-e066bd2b94ab}">
          <p14:sldIdLst>
            <p14:sldId id="256"/>
            <p14:sldId id="257"/>
          </p14:sldIdLst>
        </p14:section>
        <p14:section name="Models and results" id="{0b510f2d-e9a8-876c-a0ac-26d1ae3e1b56}">
          <p14:sldIdLst>
            <p14:sldId id="258"/>
            <p14:sldId id="259"/>
            <p14:sldId id="260"/>
          </p14:sldIdLst>
        </p14:section>
        <p14:section name="LLM experiment" id="{3395c871-3020-264f-34ff-f0d9262b93b6}">
          <p14:sldIdLst>
            <p14:sldId id="261"/>
            <p14:sldId id="262"/>
          </p14:sldIdLst>
        </p14:section>
        <p14:section name="Answer and demo" id="{38691d2d-4b6e-75c8-4157-8292e209cee5}">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dominated the M5 competition.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so this is a true zero-shot test.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scorecard: traditional models against AI, on four questions. Who is most accurate overall? A traditional model: the simple average of AutoETS and LightGBM, with LightGBM alone second and AutoETS close behind. Who forecasts store totals best? Again the traditional models. For single products? It's close, and there the AI is level with LightGBM. And who is fastest? The AI, Chronos, by far: seconds instead of minutes, with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Claude is a large language model, the same kind of model as ChatGPT. We used it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486400"/>
            <a:ext cx="11064240" cy="731520"/>
          </a:xfrm>
          <a:prstGeom prst="roundRect">
            <a:avLst>
              <a:gd name="adj" fmla="val 15000"/>
            </a:avLst>
          </a:prstGeom>
          <a:solidFill>
            <a:schemeClr val="bg2"/>
          </a:solidFill>
          <a:ln w="12700">
            <a:solidFill>
              <a:schemeClr val="bg2"/>
            </a:solidFill>
            <a:prstDash val="solid"/>
          </a:ln>
        </p:spPr>
      </p:sp>
      <p:sp>
        <p:nvSpPr>
          <p:cNvPr id="6" name="Text 3"/>
          <p:cNvSpPr txBox="1"/>
          <p:nvPr/>
        </p:nvSpPr>
        <p:spPr>
          <a:xfrm>
            <a:off x="822960" y="5486400"/>
            <a:ext cx="10607040" cy="731520"/>
          </a:xfrm>
          <a:prstGeom prst="rect">
            <a:avLst/>
          </a:prstGeom>
          <a:noFill/>
          <a:ln/>
        </p:spPr>
        <p:txBody>
          <a:bodyPr wrap="square" lIns="0" tIns="0" rIns="0" bIns="0" rtlCol="0" anchor="ctr"/>
          <a:lstStyle/>
          <a:p>
            <a:pPr indent="0" marL="0">
              <a:buNone/>
            </a:pPr>
            <a:r>
              <a:rPr lang="en-US" sz="1400" b="1" dirty="0">
                <a:solidFill>
                  <a:srgbClr val="0F5C73"/>
                </a:solidFill>
              </a:rPr>
              <a:t>Best traditional choice: </a:t>
            </a:r>
            <a:pPr indent="0" marL="0">
              <a:buNone/>
            </a:pPr>
            <a:r>
              <a:rPr lang="en-US" sz="1400" dirty="0">
                <a:solidFill>
                  <a:schemeClr val="tx1"/>
                </a:solidFill>
              </a:rPr>
              <a:t>the AutoETS + LightGBM average, for accuracy.   </a:t>
            </a:r>
            <a:pPr indent="0" marL="0">
              <a:buNone/>
            </a:pPr>
            <a:r>
              <a:rPr lang="en-US" sz="1400" b="1" dirty="0">
                <a:solidFill>
                  <a:srgbClr val="EB6834"/>
                </a:solidFill>
              </a:rPr>
              <a:t>Best AI strength: </a:t>
            </a:r>
            <a:pPr indent="0" marL="0">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2026-10-21T05:44:21Z</dcterms:created>
  <dcterms:modified xsi:type="dcterms:W3CDTF">2026-10-21T05:44:21Z</dcterms:modified>
</cp:coreProperties>
</file>