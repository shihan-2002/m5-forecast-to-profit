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7411678b-17e3-484f-d00b-e15c19a65a25}">
          <p14:sldIdLst>
            <p14:sldId id="256"/>
            <p14:sldId id="257"/>
          </p14:sldIdLst>
        </p14:section>
        <p14:section name="Models and results" id="{7906edb7-a6ec-96c0-d117-9cc6e06930b8}">
          <p14:sldIdLst>
            <p14:sldId id="258"/>
            <p14:sldId id="259"/>
            <p14:sldId id="260"/>
          </p14:sldIdLst>
        </p14:section>
        <p14:section name="LLM experiment" id="{74cc1d32-fbc6-7896-cc2f-8ff5e038e5e2}">
          <p14:sldIdLst>
            <p14:sldId id="261"/>
            <p14:sldId id="262"/>
          </p14:sldIdLst>
        </p14:section>
        <p14:section name="Answer and demo" id="{c3d8b5ba-3947-b996-2a53-ca602d5cc296}">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Across all 5,748 series, LightGBM was the most accurate single model, with a WRMSSE of 0.646. AutoETS, a much simpler statistical model, was close behind at 0.661. These two were the only single models to beat the seasonal-naive benchmark at 0.814; AutoARIMA scored 0.89 and Chronos 0.95.
The best result came from simply averaging AutoETS and LightGBM: 0.604, better than either, with no tuning. The two make different kinds of errors, so averaging cancels part of them. Our teammate's Shelf Signal study found the same thing on a different store and item set.
(OPTIONAL) The metric matters too. Chronos actually has the lowest MAE of all models but the weakest WRMSSE: its forecasts run about 11% low in total, and WRMSSE punishes errors that add up across products.
TRANSITION: But the overall score hides an important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The ranking changes with the level. On the left are store and department totals, where LightGBM and AutoETS are far ahead: they capture the shared weekly pattern. AutoARIMA and Chronos forecast each product separately and give nearly flat lines for slow sellers, so their totals miss the weekend peaks. Summed to the four-store total, daily error is about 4% for LightGBM and 5% for AutoETS, against about 10% for AutoARIMA and Chronos.
On the right, for one item in one store, all models are close: each single model is the most accurate on between a fifth and a third of products. But close is not the same as a statistical tie; we did not formally test those gaps.
On speed, the differences are huge. Chronos forecasts everything in 10 seconds with no training. LightGBM and AutoETS take under a minute and a half; AutoARIMA takes 39 minutes. So Chronos's advantage in our study is speed, while its overall accuracy is weaker.
TRANSITION: Speaker 3 will cover our experiment with a general-purpose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We paste each product's last year of sales into the prompt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malformed answers; we required a fixed format and checked every response, and none of the 224 calls failed.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(2:00)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but on only 112 series.
Our results have limits. First, we tested one 28-day window, so close rankings could flip in another month. (OPTIONAL) Our teammate's Shelf Signal study, which tested several windows, saw exactly this: gradient-boosted trees beat ETS in one window and lost in the next. Second, Claude was tested on a subset, and our blind test can't fully rule out that it saw this public data. Third,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(OPTIONAL) On AI tools: besides testing Chronos and Claude as forecasters, we used Claude Code to help build the pipeline and the dashboard, and we checked its work; every number comes from our own code.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2026-10-21T05:24:23Z</dcterms:created>
  <dcterms:modified xsi:type="dcterms:W3CDTF">2026-10-21T05:24:23Z</dcterms:modified>
</cp:coreProperties>
</file>