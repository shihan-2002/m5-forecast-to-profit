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17bfd7a9-f210-6d2d-9e38-07502ce5c1e5}">
          <p14:sldIdLst>
            <p14:sldId id="256"/>
            <p14:sldId id="257"/>
          </p14:sldIdLst>
        </p14:section>
        <p14:section name="Models and results" id="{02f5a30a-34cc-a672-8755-55111cebf1f6}">
          <p14:sldIdLst>
            <p14:sldId id="258"/>
            <p14:sldId id="259"/>
            <p14:sldId id="260"/>
          </p14:sldIdLst>
        </p14:section>
        <p14:section name="LLM experiment" id="{7f7e13c0-e9bb-25ea-c07b-8f9761b84b7e}">
          <p14:sldIdLst>
            <p14:sldId id="261"/>
            <p14:sldId id="262"/>
          </p14:sldIdLst>
        </p14:section>
        <p14:section name="Answer and demo" id="{4249f3f5-4000-c4c7-da96-d1f3e0658b5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Claude is a large language model, the same kind of model as ChatGPT. We used it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2026-10-21T05:45:48Z</dcterms:created>
  <dcterms:modified xsi:type="dcterms:W3CDTF">2026-10-21T05:45:48Z</dcterms:modified>
</cp:coreProperties>
</file>