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1c509e01-e116-db33-df59-d40fa1cea936}">
          <p14:sldIdLst>
            <p14:sldId id="256"/>
            <p14:sldId id="257"/>
          </p14:sldIdLst>
        </p14:section>
        <p14:section name="Models and results" id="{2af02e65-fb66-f5bf-ad2c-d1865758ff53}">
          <p14:sldIdLst>
            <p14:sldId id="258"/>
            <p14:sldId id="259"/>
            <p14:sldId id="260"/>
          </p14:sldIdLst>
        </p14:section>
        <p14:section name="LLM experiment" id="{cbe3d561-e653-f0d9-7b82-d44853e6e947}">
          <p14:sldIdLst>
            <p14:sldId id="261"/>
            <p14:sldId id="262"/>
          </p14:sldIdLst>
        </p14:section>
        <p14:section name="Answer and demo" id="{632ff50d-4a2f-9119-6108-1f3791fad0ab}">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2026-10-22T03:01:58Z</dcterms:created>
  <dcterms:modified xsi:type="dcterms:W3CDTF">2026-10-22T03:01:58Z</dcterms:modified>
</cp:coreProperties>
</file>