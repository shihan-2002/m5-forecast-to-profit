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b9fb7d2c-28ae-9c42-ea37-14c2d148c5ca}">
          <p14:sldIdLst>
            <p14:sldId id="256"/>
            <p14:sldId id="257"/>
          </p14:sldIdLst>
        </p14:section>
        <p14:section name="Models and results" id="{4d995404-611a-7d7b-6201-07642668302f}">
          <p14:sldIdLst>
            <p14:sldId id="258"/>
            <p14:sldId id="259"/>
            <p14:sldId id="260"/>
          </p14:sldIdLst>
        </p14:section>
        <p14:section name="LLM experiment" id="{b8fcc599-0ca4-5df4-22a3-513f53f6e3bf}">
          <p14:sldIdLst>
            <p14:sldId id="261"/>
            <p14:sldId id="262"/>
          </p14:sldIdLst>
        </p14:section>
        <p14:section name="Answer and demo" id="{9be2f7ad-688f-09d0-becb-b09e32f22a6e}">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(2:00)
So, can AI foundation models beat traditional methods? Our answer: not yet on accuracy, yes on speed. LightGBM, AutoETS and their simple average were the three most accurate. Chronos was the clear winner on speed: ten seconds, no training.
Our results have limits. First, we tested one 28-day window, so close rankings could flip in another month. (OPTIONAL) Our teammate's Shelf Signal study, which tested several windows, saw exactly this: gradient-boosted trees beat ETS in one window and lost in the next. Second, Claude was tested on a subset, and our blind test can't fully rule out that it saw this public data. Third,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(OPTIONAL) On AI tools: besides testing Chronos and Claude as forecasters, we used Claude Code to help build the pipeline and the dashboard, and we checked its work; every number comes from our own code.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2026-10-21T05:28:31Z</dcterms:created>
  <dcterms:modified xsi:type="dcterms:W3CDTF">2026-10-21T05:28:31Z</dcterms:modified>
</cp:coreProperties>
</file>