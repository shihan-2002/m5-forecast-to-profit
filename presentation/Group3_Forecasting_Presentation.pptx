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a42c395c-21a3-a36b-7302-4f5d3a85c61b}">
          <p14:sldIdLst>
            <p14:sldId id="256"/>
            <p14:sldId id="257"/>
          </p14:sldIdLst>
        </p14:section>
        <p14:section name="Models and results" id="{81881492-96be-a306-a292-00e87ccd4434}">
          <p14:sldIdLst>
            <p14:sldId id="258"/>
            <p14:sldId id="259"/>
            <p14:sldId id="260"/>
          </p14:sldIdLst>
        </p14:section>
        <p14:section name="LLM experiment" id="{01dcbc77-e345-9229-31d2-d896987dbb58}">
          <p14:sldIdLst>
            <p14:sldId id="261"/>
            <p14:sldId id="262"/>
          </p14:sldIdLst>
        </p14:section>
        <p14:section name="Answer and demo" id="{620f315b-c66d-baf0-ee93-1387d2ebc475}">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dominated the M5 competition.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so this is a true zero-shot test. Seasonal naive, 'same weekday last week', is the benchmark.
We also test the simplest possible combination: an unweighted average of AutoETS and LightGBM. And as an experiment, a second AI joins on a subset of series: Claude, a general-purpose language model, which we'll come back to in round three. Note that the inputs differ: only LightGBM and Claude see prices and the calendar.
TRANSITION: So, traditional models or AI: round one,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Round one: accuracy, traditional models against AI. Here the scoreboard is clear: traditional methods win. The three most accurate forecasts are all traditional: the simple average of AutoETS and LightGBM at 0.604, LightGBM alone at 0.646, and AutoETS at 0.661. The AI model, Chronos, comes last at 0.949, with errors more than 50% larger than the best traditional forecast, and behind even the 'same as last week' benchmark at 0.814.
Why does the AI lose this round? Chronos has never seen our data, and it reads each product on its own, so it can't learn what all products share, like the weekend rush; it also forecasts about 11% too low overall. LightGBM learns from all 5,748 products at once, and averaging it with AutoETS cancels part of each one's mistakes, which is why the combination wins. Our teammate's Shelf Signal study found the same on a different store.
(OPTIONAL) One nuance: measured product by product, with plain average error, Chronos has the lowest error of any single model; its mistakes only become costly once they add up across products.
POINT AT: the top bar (0.604), then the Chronos bar at the bottom.
TRANSITION: That's round one to traditional methods. But the score changes when we zoom in, and when we start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(1:10)
Round two: where, and how fast. Zoom in to a single product in a single store, the right side of this chart, and the AI catches up. There, Chronos is level with LightGBM, and it is the most accurate model on 27% of products. The traditional advantage sits at the store and department level, where learning across products pays off; for a single product, daily sales are mostly noise, and no model stands out.
On speed, the AI wins outright. Chronos produced all 5,748 forecasts in ten seconds, with no training at all. LightGBM and AutoETS needed about a minute and a half; AutoARIMA needed 39 minutes, more than 200 times longer. For a retailer re-forecasting thousands of products every day, that difference decides what is practical.
TRANSITION: So a specialist AI is fast but less accurate. Round three: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As an experiment, we also tried Claude, a general-purpose language model. Our code sends each product's last year of sales to Claude through its API, as text, one row per day, with the same calendar and price information LightGBM sees, and it returns a 28-day forecast with a short explanation. Running all 5,748 series would cost hundreds of dollars, so we tested a subset: 100 random items and the 12 store-by-department totals, for $13.54, and compared every model on exactly those series.
On the totals, Claude scored 0.58, level with the AutoETS-plus-LightGBM average and better than any single model. So it matched the best traditional approach, but did not beat it. On the 100 items, Claude came third, behind AutoETS and AutoARIMA.
For fairness, we also fitted the other models directly on the totals instead of summing item forecasts, and that mattered: AutoARIMA improved from 0.90 to 0.64 and Chronos from 0.97 to 0.64. How you build a total matters as much as which model you use.
So how did our two AI models compare in this study? Head to head on the same series, Claude was the more accurate: 0.58 against 0.64 for Chronos on the 12 totals, and 0.96 against 0.995 on the 100 items. But Chronos covered all 5,748 series in ten seconds for free, using only each product's sales history, while Claude covered 112 series in about nine minutes for $13.54, with calendar and price information added. And Claude came with a written explanation for every forecast, which Chronos can't give.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(0:55)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unusable answers: a language model might not reply with exactly 28 clean numbers. We made it answer in a fixed format and checked every reply, and all 224 requests, 112 series each run twice, came back usable.
But be clear about the limit: the blind test reduces identity cues; it cannot guarantee contamination is excluded, because the sales pattern itself could still be recognised.
BACKGROUND (not to read aloud): Our code asked Claude for 28 daily forecasts in a fixed JSON format, one number per day. The risk is that a chatbot answers with prose, skips days or adds extras, which a program can't use. We required that format, checked each reply had exactly 28 days, and retried automatically if a reply failed the check. '224 requests' = 112 series (12 store x department totals + 100 items) x 2 versions (named and blind). All 224 came back usable. If asked: every reply is saved in our repo, so anyone can re-score Claude's forecasts without calling it again.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2026-10-21T05:35:49Z</dcterms:created>
  <dcterms:modified xsi:type="dcterms:W3CDTF">2026-10-21T05:35:49Z</dcterms:modified>
</cp:coreProperties>
</file>