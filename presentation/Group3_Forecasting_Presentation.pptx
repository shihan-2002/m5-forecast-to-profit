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484a4408-60fd-8d2f-e130-77d2b995d7d5}">
          <p14:sldIdLst>
            <p14:sldId id="256"/>
            <p14:sldId id="257"/>
          </p14:sldIdLst>
        </p14:section>
        <p14:section name="Models and results" id="{1a70bd88-0337-9c80-bf1d-fa2e459650f8}">
          <p14:sldIdLst>
            <p14:sldId id="258"/>
            <p14:sldId id="259"/>
            <p14:sldId id="260"/>
          </p14:sldIdLst>
        </p14:section>
        <p14:section name="LLM experiment" id="{c04d5a34-8d81-c4b4-f265-107c560471a6}">
          <p14:sldIdLst>
            <p14:sldId id="261"/>
            <p14:sldId id="262"/>
          </p14:sldIdLst>
        </p14:section>
        <p14:section name="Answer and demo" id="{c63c02af-8ede-696f-b4ed-16c61f5db82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Here's the first surprise. Among single models, the M5 champion still wins: LightGBM is the most accurate. But a far simpler statistical model, AutoETS, finishes almost level with it, just 2% behind. And the best forecast came from neither of them on its own: we simply averaged the two, with no tuning at all, and that average beat every model, at 0.604.
Why does that work? The two models get things wrong in different ways. AutoETS follows each product's own rhythm; LightGBM learns what all products have in common. Averaging them cancels part of each one's mistakes. Our teammate's Shelf Signal study found exactly the same thing on a different store.
And the pre-trained AI, Chronos, sits at the bottom of this chart, behind even the simple benchmark. (OPTIONAL) Though by a different measure, average error per item, it is actually the best; it just forecasts too low overall, and this metric punishes errors that add up.
POINT AT: the top bar (0.604), then the Chronos bar at the bottom.
TRANSITION: But one overall score hides where those differences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So where does that gap come from? Look at the left side of this chart: whole stores and departments. Here LightGBM and AutoETS are far ahead, because they see the weekend rush. AutoARIMA and Chronos forecast one product at a time, and for a product that sells one or two units a day, their best guess is a flat line. Add up thousands of flat lines, and you miss every Saturday.
Now look at the right side: a single product in a single store. Here the lines come together. For one product, picking the best model is close to a coin flip, because one product's daily sales are mostly noise. Close isn't a proven tie, but no model stands out.
And this is where the AI shines: speed. Chronos produces all 5,748 forecasts in about ten seconds, with no training. LightGBM and AutoETS need about a minute and a half; AutoARIMA needs 39 minutes.
TRANSITION: So a specialist AI is fast.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(OPTIONAL) On AI tools: besides testing Chronos and Claude as forecasters, we used Claude Code to help build the pipeline and the dashboard, and we checked its work; every number comes from our own code.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2026-10-21T05:29:12Z</dcterms:created>
  <dcterms:modified xsi:type="dcterms:W3CDTF">2026-10-21T05:29:12Z</dcterms:modified>
</cp:coreProperties>
</file>