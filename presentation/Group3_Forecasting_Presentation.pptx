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91872f20-acaa-c568-9ba0-491dace308b5}">
          <p14:sldIdLst>
            <p14:sldId id="256"/>
            <p14:sldId id="257"/>
          </p14:sldIdLst>
        </p14:section>
        <p14:section name="Models and results" id="{9abb2d2b-9f68-a9ee-37b7-4dd6f8f50744}">
          <p14:sldIdLst>
            <p14:sldId id="258"/>
            <p14:sldId id="259"/>
            <p14:sldId id="260"/>
          </p14:sldIdLst>
        </p14:section>
        <p14:section name="LLM experiment" id="{05c29ca8-b7f7-d474-2a2a-97e8eeb51a23}">
          <p14:sldIdLst>
            <p14:sldId id="261"/>
            <p14:sldId id="262"/>
          </p14:sldIdLst>
        </p14:section>
        <p14:section name="Answer and demo" id="{d1142097-cac1-c321-0056-9b35a60d72e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(0:40)
Good afternoon, we're Group 3. A retail forecast has three jobs: be accurate, be cheap and fast enough to run every day for thousands of products, and support good stocking decisions. In Walmart's M5 forecasting competition, LightGBM, a machine-learning method, dominated. Since then, AI models pre-trained on huge datasets can forecast with no training at all. So we ask: can these AI foundation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(1:00)
We used Walmart's M5 data: all 1,437 food items in four California stores, so 5,748 daily series, each one item in one store.
Every model trains on data up to May 22, 2016, and forecasts the next 28 days, the official M5 test window, which no model sees. The one model we tuned, LightGBM, was tuned only on the last 28 training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(0:50)
We compared five models. AutoETS and AutoARIMA are classic time series models: they fit one model to each product's own history, with a weekly cycle.
LightGBM is the M5 winner's approach: one machine-learning model trained across all products at once, which then predicts each product. It also sees prices, holidays and food-stamp days.
Chronos is Amazon's pre-trained AI model for time series. It was trained on about 100 billion data points from other domains and forecasts our data zero-shot, with no training. And seasonal naive, 'same weekday last week', is the benchmark.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(0:55)
Across all 5,748 series, LightGBM was the most accurate single model, with a WRMSSE of 0.646. AutoETS, a much simpler statistical model, was close behind at 0.661. These two were the only single models to beat the seasonal-naive benchmark at 0.814; AutoARIMA scored 0.89 and Chronos 0.95.
The best result came from simply averaging AutoETS and LightGBM: 0.604, better than either, with no tuning. The two make different kinds of errors, so averaging cancels part of them. Our teammate's Shelf Signal study found the same thing on a different store and item set.
TRANSITION: But the overall score hides an important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(0:55)
The ranking changes with the level. On the left are store and department totals, where LightGBM and AutoETS are far ahead: they capture the shared weekly pattern. AutoARIMA and Chronos forecast each product separately and give nearly flat lines for slow sellers, so their totals miss the weekend peaks.
On the right, for one item in one store, all models are close. But close is not the same as a statistical tie; we did not formally test those gaps.
On speed, the differences are huge. Chronos forecasts everything in 10 seconds with no training. LightGBM and AutoETS take under a minute and a half; AutoARIMA takes 39 minutes. So Chronos's advantage in our study is speed, while its overall accuracy is weaker.
TRANSITION: Speaker 3 will cover our experiment with a general-purpose language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As an experiment, we also tried Claude, a general-purpose language model. We paste each product's last year of sales into the prompt as text, one row per day, and it returns a 28-day forecast with a short explanation. Running all 5,748 series would cost hundreds of dollars, so we tested a subset: 100 random items and the 12 store-by-department totals, and compared every model on exactly those series.
On the totals, Claude scored 0.58, level with the AutoETS-plus-LightGBM average and better than any single model. So it matched the best traditional approach, but did not beat it. Note that we also fitted the other models directly on the totals, which is fairer than summing item forecasts. On the 100 items, Claude came third, behind AutoETS and AutoARIMA.
How is Claude different from Chronos? Both are pre-trained and need no training on our data. But Chronos was trained on numbers and returns quantiles in seconds for free; Claude was trained on text, reads our data as text, explains itself, and costs about six cents per forecast.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(0:50)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malformed answers; we required a fixed format and checked every response.
But be clear about the limit: the blind test reduces identity cues; it cannot guarantee contamination is excluded, because the sales pattern itself could still be recognised.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(1:20)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but on only 112 series.
Three limitations. First, we tested one 28-day window, so close rankings could flip in another month. Second, Claude was tested on a subset, and our blind test can't fully rule out that it saw this public data.
Third, and most important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Our accuracy metrics treat over- and under-forecasting the same, so they don't capture this. Let me show you in our dashboard.
TRANSITION: switch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+ 0:10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2026-10-21T05:07:49Z</dcterms:created>
  <dcterms:modified xsi:type="dcterms:W3CDTF">2026-10-21T05:07:49Z</dcterms:modified>
</cp:coreProperties>
</file>