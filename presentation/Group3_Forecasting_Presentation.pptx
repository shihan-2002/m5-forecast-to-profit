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eaf7f357-9fc7-484a-c2c6-1003b8a4f384}">
          <p14:sldIdLst>
            <p14:sldId id="256"/>
            <p14:sldId id="257"/>
          </p14:sldIdLst>
        </p14:section>
        <p14:section name="Models and results" id="{875b4557-6ecd-ee48-5c63-f9b78f9726df}">
          <p14:sldIdLst>
            <p14:sldId id="258"/>
            <p14:sldId id="259"/>
            <p14:sldId id="260"/>
          </p14:sldIdLst>
        </p14:section>
        <p14:section name="LLM experiment" id="{d17969de-74fc-ac83-11a5-5301cf009a46}">
          <p14:sldIdLst>
            <p14:sldId id="261"/>
            <p14:sldId id="262"/>
          </p14:sldIdLst>
        </p14:section>
        <p14:section name="Answer and demo" id="{a425c7d5-a933-40dd-0bba-b9c262c1fc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2026-10-21T05:52:07Z</dcterms:created>
  <dcterms:modified xsi:type="dcterms:W3CDTF">2026-10-21T05:52:07Z</dcterms:modified>
</cp:coreProperties>
</file>