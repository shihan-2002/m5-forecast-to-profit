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649dd304-434d-ded9-99c1-9121d2d4555b}">
          <p14:sldIdLst>
            <p14:sldId id="256"/>
            <p14:sldId id="257"/>
          </p14:sldIdLst>
        </p14:section>
        <p14:section name="Models and results" id="{5b18f6d7-2d8d-5a9a-d350-0e39f0b4fee4}">
          <p14:sldIdLst>
            <p14:sldId id="258"/>
            <p14:sldId id="259"/>
            <p14:sldId id="260"/>
          </p14:sldIdLst>
        </p14:section>
        <p14:section name="LLM experiment" id="{f3398a92-3f83-d017-0e7d-99db0c695973}">
          <p14:sldIdLst>
            <p14:sldId id="261"/>
            <p14:sldId id="262"/>
          </p14:sldIdLst>
        </p14:section>
        <p14:section name="Answer and demo" id="{16ebf6c4-663e-2ea4-4d5f-a6353b026362}">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So how did our two AI models compare in this study? Head to head on the same series, Claude was the more accurate: 0.58 against 0.64 for Chronos on the 12 totals, and 0.96 against 0.995 on the 100 items. But Chronos covered all 5,748 series in ten seconds for free, using only each product's sales history, while Claude covered 112 series in about nine minutes for $13.54, with calendar and price information added. And Claude came with a written explanation for every forecast, which Chronos can't give.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2026-10-21T05:40:19Z</dcterms:created>
  <dcterms:modified xsi:type="dcterms:W3CDTF">2026-10-21T05:40:19Z</dcterms:modified>
</cp:coreProperties>
</file>